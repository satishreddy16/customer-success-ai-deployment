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Trust Score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Trust Score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7.8</c:v>
                </c:pt>
                <c:pt idx="2">
                  <c:v>5.2</c:v>
                </c:pt>
                <c:pt idx="3">
                  <c:v>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(7.0)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Avg Hours Saved per Rep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Saved/Rep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</c:v>
                </c:pt>
                <c:pt idx="1">
                  <c:v>3.6</c:v>
                </c:pt>
                <c:pt idx="2">
                  <c:v>2.6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Rate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67.2</c:v>
                </c:pt>
                <c:pt idx="2">
                  <c:v>43.1</c:v>
                </c:pt>
                <c:pt idx="3">
                  <c:v>64.8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(60%)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Inc.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Sales Assistant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Business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Satish Reddy Gunukula  |  March 28,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outcomes vs. the original business case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 / Week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37160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60604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Acceptance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3520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Trust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(1–10)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37160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90372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Using Daily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12/12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3520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success criteria from the original business case have been met or exceeded.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Adoption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dipped in Week 3 — diagnosed and recovered by Week 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03520" y="12801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 Diagnosis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why, and how we fixed it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score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 → 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suggested leads from wrong industry segments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rep feedback loop — reps rate each lead, AI learns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recovered to 8.1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acceptance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 → 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— irrelevant leads lowered acceptance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 + manual industry filter added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back to 74%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reps scored below 5/10 trust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territory/segment filters in AI lead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territory input to AI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reps below 5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7143"/>
            </a:avLst>
          </a:prstGeom>
          <a:solidFill>
            <a:srgbClr val="EBF5F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dip was caught in 3 days, root-caused in 2, and fully resolved by Week 4. Ongoing monitoring is now in place.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Acceptance Rate — Weekly Trend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for Next Quarter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Feedback 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drove the Week 4 recovery. Make it permanent — reps rate leads, AI improves over time.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0058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64008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Automated Alerts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rep whose trust score drops below 6 for immediate follow-up. Catch drift before it spreads.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20116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64008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2 More Teams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AI assistant to SDR and Account Management teams using the same 4-week sprint model.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30175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6868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64008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Outcome Reviews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usage check-ins to outcome-focused business reviews. Measure hours saved, lead quality, and deal impact.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023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delivering results.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business case targets met.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dip caught and resolved in one sprint.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 to 2 additional teams.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Satish Reddy Gunukula  |  satishreddygunukula@gmail.com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NovaTech AI Sales Assistant — 4-Week Business Review</dc:title>
  <dc:subject>PptxGenJS Presentation</dc:subject>
  <dc:creator>Satish Reddy Gunukula</dc:creator>
  <cp:lastModifiedBy>Satish Reddy Gunukula</cp:lastModifiedBy>
  <cp:revision>1</cp:revision>
  <dcterms:created xsi:type="dcterms:W3CDTF">2026-04-28T06:24:39Z</dcterms:created>
  <dcterms:modified xsi:type="dcterms:W3CDTF">2026-04-28T06:24:39Z</dcterms:modified>
</cp:coreProperties>
</file>